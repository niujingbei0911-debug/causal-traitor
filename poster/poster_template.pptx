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4559875" cy="259207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A69"/>
    <a:srgbClr val="182A58"/>
    <a:srgbClr val="163B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97"/>
    <p:restoredTop sz="94610"/>
  </p:normalViewPr>
  <p:slideViewPr>
    <p:cSldViewPr snapToGrid="0" snapToObjects="1">
      <p:cViewPr>
        <p:scale>
          <a:sx n="38" d="100"/>
          <a:sy n="38" d="100"/>
        </p:scale>
        <p:origin x="7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0895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ICML official poster instructions list suggested main-conference poster sizes of 36 x 48, 36 x 60, and 36 x 72 inches; this template uses 36 x 48 inches as a practical default. https://icml.cc/Conferences/2025/PosterInstructions
- ICML 2026 downloads page states the ICML logo may be used on presentations, but this template intentionally avoids embedding official branding so the user can add it selectively. https://icml.cc/Downloads/2026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4560000" cy="25920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34560000" cy="82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2"/>
          <p:cNvSpPr/>
          <p:nvPr/>
        </p:nvSpPr>
        <p:spPr>
          <a:xfrm>
            <a:off x="0" y="25452000"/>
            <a:ext cx="34560000" cy="46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792000" y="828000"/>
            <a:ext cx="32976000" cy="28080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24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1188000" y="1116000"/>
            <a:ext cx="25632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3400" b="1"/>
              <a:t>Selective Adversarial Causal Oversight: A Leakage-Free Benchmark and Countermodel-Grounded Verifier under Information Asymmetry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1238400" y="2016000"/>
            <a:ext cx="1764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2300"/>
              <a:t>Authors anonymized for course submission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1238400" y="2487724"/>
            <a:ext cx="20520000" cy="31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800"/>
              <a:t>Course project - Causal Reasoning - Spring-Summer 2026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38400" y="2838786"/>
            <a:ext cx="14400000" cy="2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792000" y="3996000"/>
            <a:ext cx="10656000" cy="734400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97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113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Motivation &amp; Abstract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1080000" y="4788000"/>
            <a:ext cx="10080000" cy="1836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LLMs are increasingly used to evaluate causal claims, but real causal oversight is selective and adversarial under information asymmetry: claimants hold private information, exploit non-identifiability, and present persuasive but incomplete reasoning. Existing causal benchmarks treat unidentifiability as a degraded label and let oracle metadata leak into the verifier. We formalize the task, release a leakage-free benchmark, and propose a countermodel-grounded selective verifier.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065600" y="6732000"/>
            <a:ext cx="10108800" cy="1440000"/>
          </a:xfrm>
          <a:prstGeom prst="roundRect">
            <a:avLst>
              <a:gd name="adj" fmla="val 2000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8"/>
          <p:cNvSpPr/>
          <p:nvPr/>
        </p:nvSpPr>
        <p:spPr>
          <a:xfrm>
            <a:off x="1224000" y="6847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At a glance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1224000" y="7106400"/>
            <a:ext cx="9792000" cy="96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Hook: causal claim oversight is selective + adversarial under information asymmetry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Problem: unidentifiable is treated as a degraded label and oracle metadata leaks into verifiers</a:t>
            </a:r>
          </a:p>
          <a:p>
            <a:pPr>
              <a:spcAft>
                <a:spcPts val="300"/>
              </a:spcAft>
            </a:pPr>
            <a:r>
              <a:rPr sz="1800"/>
              <a:t>Method: leakage-free benchmark + four-stage countermodel-grounded selective verifier</a:t>
            </a:r>
          </a:p>
        </p:txBody>
      </p:sp>
      <p:sp>
        <p:nvSpPr>
          <p:cNvPr id="23" name="Shape 20"/>
          <p:cNvSpPr/>
          <p:nvPr/>
        </p:nvSpPr>
        <p:spPr>
          <a:xfrm>
            <a:off x="1065600" y="8366400"/>
            <a:ext cx="10108800" cy="2556000"/>
          </a:xfrm>
          <a:prstGeom prst="roundRect">
            <a:avLst>
              <a:gd name="adj" fmla="val 1127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1224000" y="84816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contributions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224000" y="8740800"/>
            <a:ext cx="9792000" cy="208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700"/>
              <a:t>C1 (Task) - Selective adversarial causal oversight: three-way verdict {valid / invalid / unidentifiable} with structured assumption ledger, refusal reason, and witness slots.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700"/>
              <a:t>C2 (Benchmark) - Twelve graph families across Pearl L1/L2/L3, schema-level public/gold partition, five-axis persuasion overlay, OOD design space.</a:t>
            </a:r>
          </a:p>
          <a:p>
            <a:pPr>
              <a:spcAft>
                <a:spcPts val="300"/>
              </a:spcAft>
            </a:pPr>
            <a:r>
              <a:rPr sz="1700"/>
              <a:t>C3 (Verifier) - Four-stage pipeline (Parser -&gt; Ledger -&gt; Countermodel Search -&gt; Tool-backed Adjudication) with deterministic decision rule and abstention gate.</a:t>
            </a:r>
          </a:p>
        </p:txBody>
      </p:sp>
      <p:sp>
        <p:nvSpPr>
          <p:cNvPr id="26" name="Shape 23"/>
          <p:cNvSpPr/>
          <p:nvPr/>
        </p:nvSpPr>
        <p:spPr>
          <a:xfrm>
            <a:off x="792000" y="11664000"/>
            <a:ext cx="10656000" cy="63360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4"/>
          <p:cNvSpPr/>
          <p:nvPr/>
        </p:nvSpPr>
        <p:spPr>
          <a:xfrm>
            <a:off x="972000" y="1186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5"/>
          <p:cNvSpPr/>
          <p:nvPr/>
        </p:nvSpPr>
        <p:spPr>
          <a:xfrm>
            <a:off x="1137600" y="1190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Method Overview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1080000" y="12456000"/>
            <a:ext cx="10080000" cy="1044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Four sequential stages turn a natural-language claim into a selective verdict. Stages 1-2 produce structured slots and an identifying-assumption ledger; Stage 3 searches for an observationally compatible counter-SCM that disagrees on the target query; Stage 4 consults Pearl-style identification tools only when no countermodel survives.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065600" y="13824000"/>
            <a:ext cx="10108800" cy="3528000"/>
          </a:xfrm>
          <a:prstGeom prst="roundRect">
            <a:avLst>
              <a:gd name="adj" fmla="val 684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9"/>
          <p:cNvSpPr/>
          <p:nvPr/>
        </p:nvSpPr>
        <p:spPr>
          <a:xfrm>
            <a:off x="792000" y="18324000"/>
            <a:ext cx="10656000" cy="6624000"/>
          </a:xfrm>
          <a:prstGeom prst="roundRect">
            <a:avLst>
              <a:gd name="adj" fmla="val 870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972000" y="1852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1137600" y="1856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Setup / Data / Tasks</a:t>
            </a:r>
            <a:endParaRPr lang="en-US" sz="3200" dirty="0"/>
          </a:p>
        </p:txBody>
      </p:sp>
      <p:sp>
        <p:nvSpPr>
          <p:cNvPr id="35" name="Shape 32"/>
          <p:cNvSpPr/>
          <p:nvPr/>
        </p:nvSpPr>
        <p:spPr>
          <a:xfrm>
            <a:off x="1065600" y="19240632"/>
            <a:ext cx="10108800" cy="5148000"/>
          </a:xfrm>
          <a:prstGeom prst="roundRect">
            <a:avLst>
              <a:gd name="adj" fmla="val 55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/>
          <p:cNvSpPr/>
          <p:nvPr/>
        </p:nvSpPr>
        <p:spPr>
          <a:xfrm>
            <a:off x="1224000" y="19355832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Setup at a glance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1224000" y="19615032"/>
            <a:ext cx="9792000" cy="467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Dataset: 12 graph families (4 L1, 5 L2, 3 L3); literature-grounded subset reserved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Splits: train / dev / test_iid / test_ood with five orthogonal holdout axes</a:t>
            </a:r>
          </a:p>
          <a:p>
            <a:pPr>
              <a:spcAft>
                <a:spcPts val="300"/>
              </a:spcAft>
            </a:pPr>
            <a:r>
              <a:rPr sz="1800"/>
              <a:t>Task: three-way verdict + identification status + refusal reason + assumption ledger + 3 witness slots</a:t>
            </a:r>
          </a:p>
          <a:p>
            <a:pPr>
              <a:spcAft>
                <a:spcPts val="300"/>
              </a:spcAft>
            </a:pPr>
            <a:r>
              <a:rPr sz="1800"/>
              <a:t>Baselines: Countermodel-Grounded, No-Tools, No-Countermodel, No-Ledger, No-Abstention, Claim-Only</a:t>
            </a:r>
          </a:p>
          <a:p>
            <a:pPr>
              <a:spcAft>
                <a:spcPts val="300"/>
              </a:spcAft>
            </a:pPr>
            <a:r>
              <a:rPr sz="1800"/>
              <a:t>Budget: 3 seeds x 2 samples / family - exploratory</a:t>
            </a:r>
          </a:p>
        </p:txBody>
      </p:sp>
      <p:sp>
        <p:nvSpPr>
          <p:cNvPr id="38" name="Shape 35"/>
          <p:cNvSpPr/>
          <p:nvPr/>
        </p:nvSpPr>
        <p:spPr>
          <a:xfrm>
            <a:off x="11952000" y="3996000"/>
            <a:ext cx="10656000" cy="21405600"/>
          </a:xfrm>
          <a:prstGeom prst="roundRect">
            <a:avLst>
              <a:gd name="adj" fmla="val 571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6"/>
          <p:cNvSpPr/>
          <p:nvPr/>
        </p:nvSpPr>
        <p:spPr>
          <a:xfrm>
            <a:off x="1213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/>
          <p:cNvSpPr/>
          <p:nvPr/>
        </p:nvSpPr>
        <p:spPr>
          <a:xfrm>
            <a:off x="1229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Main Technical Details</a:t>
            </a:r>
            <a:endParaRPr lang="en-US" sz="3200" dirty="0"/>
          </a:p>
        </p:txBody>
      </p:sp>
      <p:sp>
        <p:nvSpPr>
          <p:cNvPr id="41" name="Text 38"/>
          <p:cNvSpPr/>
          <p:nvPr/>
        </p:nvSpPr>
        <p:spPr>
          <a:xfrm>
            <a:off x="1224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The third label is not cosmetic. Pearl hierarchy theorem: layer-k data underdetermines layer-(k+1) truth almost everywhere, so for many claims the correct answer under public evidence is to abstain with a structured reason.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12225600" y="5965200"/>
            <a:ext cx="10108800" cy="1548000"/>
          </a:xfrm>
          <a:prstGeom prst="roundRect">
            <a:avLst>
              <a:gd name="adj" fmla="val 1860"/>
            </a:avLst>
          </a:prstGeom>
          <a:solidFill>
            <a:srgbClr val="EAF2FF">
              <a:alpha val="92000"/>
            </a:srgbClr>
          </a:solidFill>
          <a:ln w="1270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/>
          <p:cNvSpPr/>
          <p:nvPr/>
        </p:nvSpPr>
        <p:spPr>
          <a:xfrm>
            <a:off x="12455937" y="6394994"/>
            <a:ext cx="96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2000" b="1"/>
              <a:t>Proposition 1 (Abstention Necessity). If SCMs M1, M2 both induce public evidence E but disagree on target query q, then any verifier without an unidentifiable output is wrong on at least one of M1, M2.</a:t>
            </a:r>
            <a:endParaRPr lang="en-US" sz="2600" dirty="0"/>
          </a:p>
        </p:txBody>
      </p:sp>
      <p:sp>
        <p:nvSpPr>
          <p:cNvPr id="44" name="Shape 41"/>
          <p:cNvSpPr/>
          <p:nvPr/>
        </p:nvSpPr>
        <p:spPr>
          <a:xfrm>
            <a:off x="12225600" y="7670323"/>
            <a:ext cx="10108800" cy="2988000"/>
          </a:xfrm>
          <a:prstGeom prst="roundRect">
            <a:avLst>
              <a:gd name="adj" fmla="val 964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2"/>
          <p:cNvSpPr/>
          <p:nvPr/>
        </p:nvSpPr>
        <p:spPr>
          <a:xfrm>
            <a:off x="12384000" y="7786685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2800" dirty="0"/>
          </a:p>
        </p:txBody>
      </p:sp>
      <p:sp>
        <p:nvSpPr>
          <p:cNvPr id="46" name="Text 43"/>
          <p:cNvSpPr/>
          <p:nvPr/>
        </p:nvSpPr>
        <p:spPr>
          <a:xfrm>
            <a:off x="12384000" y="8048788"/>
            <a:ext cx="9792000" cy="251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What it does: any yes/no-only verifier is provably wrong on observationally-equivalent samples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Why it is needed: Pearl hierarchy theorem shows layer-k data generically underdetermines layer-(k+1) truth</a:t>
            </a:r>
          </a:p>
          <a:p>
            <a:pPr>
              <a:spcAft>
                <a:spcPts val="300"/>
              </a:spcAft>
            </a:pPr>
            <a:r>
              <a:rPr sz="1800"/>
              <a:t>Design choice: unidentifiable is a first-class label with structured refusal reason</a:t>
            </a:r>
          </a:p>
        </p:txBody>
      </p:sp>
      <p:sp>
        <p:nvSpPr>
          <p:cNvPr id="47" name="Shape 44"/>
          <p:cNvSpPr/>
          <p:nvPr/>
        </p:nvSpPr>
        <p:spPr>
          <a:xfrm>
            <a:off x="12225600" y="10764000"/>
            <a:ext cx="10108800" cy="64008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5"/>
          <p:cNvSpPr/>
          <p:nvPr/>
        </p:nvSpPr>
        <p:spPr>
          <a:xfrm>
            <a:off x="12528000" y="11592000"/>
            <a:ext cx="950400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>
              <a:spcAft>
                <a:spcPts val="300"/>
              </a:spcAft>
            </a:pPr>
            <a:r>
              <a:rPr sz="2400" b="1"/>
              <a:t>Decision rule (fixed five-branch order):</a:t>
            </a:r>
          </a:p>
          <a:p>
            <a:pPr>
              <a:spcAft>
                <a:spcPts val="300"/>
              </a:spcAft>
            </a:pPr>
            <a:r>
              <a:rPr sz="2400"/>
              <a:t>1. strong invalid countermodel -&gt; INVALID</a:t>
            </a:r>
          </a:p>
          <a:p>
            <a:pPr>
              <a:spcAft>
                <a:spcPts val="300"/>
              </a:spcAft>
            </a:pPr>
            <a:r>
              <a:rPr sz="2400"/>
              <a:t>2. compatible models, disagree on q -&gt; UNIDENTIFIABLE (observational_equivalence)</a:t>
            </a:r>
          </a:p>
          <a:p>
            <a:pPr>
              <a:spcAft>
                <a:spcPts val="300"/>
              </a:spcAft>
            </a:pPr>
            <a:r>
              <a:rPr sz="2400"/>
              <a:t>3a. assumption contradicted by tools -&gt; INVALID</a:t>
            </a:r>
          </a:p>
          <a:p>
            <a:pPr>
              <a:spcAft>
                <a:spcPts val="300"/>
              </a:spcAft>
            </a:pPr>
            <a:r>
              <a:rPr sz="2400"/>
              <a:t>3b. ID assumption unsupported -&gt; UNIDENTIFIABLE (missing_identifying_support)</a:t>
            </a:r>
          </a:p>
          <a:p>
            <a:pPr>
              <a:spcAft>
                <a:spcPts val="300"/>
              </a:spcAft>
            </a:pPr>
            <a:r>
              <a:rPr sz="2400"/>
              <a:t>4. tools + ledger jointly support -&gt; VALID</a:t>
            </a:r>
          </a:p>
        </p:txBody>
      </p:sp>
      <p:sp>
        <p:nvSpPr>
          <p:cNvPr id="64" name="Shape 61"/>
          <p:cNvSpPr/>
          <p:nvPr/>
        </p:nvSpPr>
        <p:spPr>
          <a:xfrm>
            <a:off x="23112000" y="3996000"/>
            <a:ext cx="10656000" cy="21405600"/>
          </a:xfrm>
          <a:prstGeom prst="roundRect">
            <a:avLst>
              <a:gd name="adj" fmla="val 637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2"/>
          <p:cNvSpPr/>
          <p:nvPr/>
        </p:nvSpPr>
        <p:spPr>
          <a:xfrm>
            <a:off x="2329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3"/>
          <p:cNvSpPr/>
          <p:nvPr/>
        </p:nvSpPr>
        <p:spPr>
          <a:xfrm>
            <a:off x="2345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5. Main Results / Examples</a:t>
            </a:r>
          </a:p>
        </p:txBody>
      </p:sp>
      <p:sp>
        <p:nvSpPr>
          <p:cNvPr id="67" name="Text 64"/>
          <p:cNvSpPr/>
          <p:nvPr/>
        </p:nvSpPr>
        <p:spPr>
          <a:xfrm>
            <a:off x="2340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>
              <a:spcAft>
                <a:spcPts val="300"/>
              </a:spcAft>
            </a:pPr>
            <a:r>
              <a:rPr sz="2000"/>
              <a:t>Main benchmark across the full pipeline and four ablations, on the schema-level public/gold partition. The full system reaches saturated accuracy on this exploratory budget.</a:t>
            </a:r>
          </a:p>
        </p:txBody>
      </p:sp>
      <p:sp>
        <p:nvSpPr>
          <p:cNvPr id="68" name="Shape 65"/>
          <p:cNvSpPr/>
          <p:nvPr/>
        </p:nvSpPr>
        <p:spPr>
          <a:xfrm>
            <a:off x="23385600" y="5796000"/>
            <a:ext cx="10108800" cy="291600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7"/>
          <p:cNvSpPr/>
          <p:nvPr/>
        </p:nvSpPr>
        <p:spPr>
          <a:xfrm>
            <a:off x="23385600" y="8964000"/>
            <a:ext cx="10108800" cy="3276000"/>
          </a:xfrm>
          <a:prstGeom prst="roundRect">
            <a:avLst>
              <a:gd name="adj" fmla="val 87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8"/>
          <p:cNvSpPr/>
          <p:nvPr/>
        </p:nvSpPr>
        <p:spPr>
          <a:xfrm>
            <a:off x="23544000" y="9079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Result summary</a:t>
            </a:r>
            <a:endParaRPr lang="en-US" sz="2800" dirty="0"/>
          </a:p>
        </p:txBody>
      </p:sp>
      <p:sp>
        <p:nvSpPr>
          <p:cNvPr id="72" name="Text 69"/>
          <p:cNvSpPr/>
          <p:nvPr/>
        </p:nvSpPr>
        <p:spPr>
          <a:xfrm>
            <a:off x="23544000" y="9338400"/>
            <a:ext cx="9792000" cy="280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Comparison: pipeline component ablations on same public/gold partition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Best: full system 1.00 / 1.00 (IID / OOD) vs 0.39-0.78 for ablations</a:t>
            </a:r>
          </a:p>
          <a:p>
            <a:pPr>
              <a:spcAft>
                <a:spcPts val="300"/>
              </a:spcAft>
            </a:pPr>
            <a:r>
              <a:rPr sz="1800"/>
              <a:t>Key insight: No-Abstention keeps high raw accuracy but fails on unidentifiable cases</a:t>
            </a:r>
          </a:p>
        </p:txBody>
      </p:sp>
      <p:sp>
        <p:nvSpPr>
          <p:cNvPr id="73" name="Shape 70"/>
          <p:cNvSpPr/>
          <p:nvPr/>
        </p:nvSpPr>
        <p:spPr>
          <a:xfrm>
            <a:off x="23112000" y="13320000"/>
            <a:ext cx="10656000" cy="8229600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4" name="Shape 71"/>
          <p:cNvSpPr/>
          <p:nvPr/>
        </p:nvSpPr>
        <p:spPr>
          <a:xfrm>
            <a:off x="23292000" y="13521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2"/>
          <p:cNvSpPr/>
          <p:nvPr/>
        </p:nvSpPr>
        <p:spPr>
          <a:xfrm>
            <a:off x="23457600" y="13557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" altLang="zh-CN"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Examples</a:t>
            </a:r>
            <a:endParaRPr sz="3200" dirty="0"/>
          </a:p>
        </p:txBody>
      </p:sp>
      <p:sp>
        <p:nvSpPr>
          <p:cNvPr id="76" name="Shape 73"/>
          <p:cNvSpPr/>
          <p:nvPr/>
        </p:nvSpPr>
        <p:spPr>
          <a:xfrm>
            <a:off x="23400000" y="14371200"/>
            <a:ext cx="4968000" cy="4114800"/>
          </a:xfrm>
          <a:prstGeom prst="roundRect">
            <a:avLst>
              <a:gd name="adj" fmla="val 611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4"/>
          <p:cNvSpPr/>
          <p:nvPr/>
        </p:nvSpPr>
        <p:spPr>
          <a:xfrm>
            <a:off x="23544000" y="14495891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</a:t>
            </a:r>
            <a:endParaRPr lang="en-US" sz="2400" dirty="0"/>
          </a:p>
        </p:txBody>
      </p:sp>
      <p:sp>
        <p:nvSpPr>
          <p:cNvPr id="78" name="Text 75"/>
          <p:cNvSpPr/>
          <p:nvPr/>
        </p:nvSpPr>
        <p:spPr>
          <a:xfrm>
            <a:off x="23544000" y="14500800"/>
            <a:ext cx="465120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2000"/>
              <a:t>Setup: latent confounding (L1) - observed correlation plus proxy variable; gold label is unidentifiable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2000"/>
              <a:t>Output: Stage 3 finds counter-SCM with hidden confounder; verdict unidentifiable + observational_equivalence refusal reason</a:t>
            </a:r>
          </a:p>
        </p:txBody>
      </p:sp>
      <p:sp>
        <p:nvSpPr>
          <p:cNvPr id="79" name="Shape 76"/>
          <p:cNvSpPr/>
          <p:nvPr/>
        </p:nvSpPr>
        <p:spPr>
          <a:xfrm>
            <a:off x="28526400" y="14371200"/>
            <a:ext cx="4968000" cy="4114800"/>
          </a:xfrm>
          <a:prstGeom prst="roundRect">
            <a:avLst>
              <a:gd name="adj" fmla="val 611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7"/>
          <p:cNvSpPr/>
          <p:nvPr/>
        </p:nvSpPr>
        <p:spPr>
          <a:xfrm>
            <a:off x="28684800" y="14492618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B</a:t>
            </a:r>
            <a:endParaRPr lang="en-US" sz="2400" dirty="0"/>
          </a:p>
        </p:txBody>
      </p:sp>
      <p:sp>
        <p:nvSpPr>
          <p:cNvPr id="81" name="Text 78"/>
          <p:cNvSpPr/>
          <p:nvPr/>
        </p:nvSpPr>
        <p:spPr>
          <a:xfrm>
            <a:off x="28684800" y="14500800"/>
            <a:ext cx="465120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2000"/>
              <a:t>Setup: positive-control verifier with access to one gold-only field on attack-only benchmark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2000"/>
              <a:t>Effect: leaking control reaches 1.00 IID accuracy vs 0.33 for clean public verifier (delta = +0.67)</a:t>
            </a:r>
          </a:p>
        </p:txBody>
      </p:sp>
      <p:pic>
        <p:nvPicPr>
          <p:cNvPr id="52" name="图片 51" descr="图片包含 文本&#10;&#10;AI 生成的内容可能不正确。">
            <a:extLst>
              <a:ext uri="{FF2B5EF4-FFF2-40B4-BE49-F238E27FC236}">
                <a16:creationId xmlns:a16="http://schemas.microsoft.com/office/drawing/2014/main" id="{A7764834-5861-4AED-68D8-E9BD7FB16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6000" y="1227281"/>
            <a:ext cx="5652000" cy="1533059"/>
          </a:xfrm>
          <a:prstGeom prst="rect">
            <a:avLst/>
          </a:prstGeom>
        </p:spPr>
      </p:pic>
      <p:pic>
        <p:nvPicPr>
          <p:cNvPr id="82" name="Picture 81" descr="method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000" y="14544000"/>
            <a:ext cx="9648000" cy="3101143"/>
          </a:xfrm>
          <a:prstGeom prst="rect">
            <a:avLst/>
          </a:prstGeom>
        </p:spPr>
      </p:pic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23385600" y="5796000"/>
          <a:ext cx="10108800" cy="29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3104"/>
                <a:gridCol w="2122848"/>
                <a:gridCol w="2122848"/>
              </a:tblGrid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OOD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Countermodel-Grounded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No-Countermodel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0.44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0.94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Claim-Only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17373600"/>
            <a:ext cx="8229600" cy="3263366"/>
          </a:xfrm>
          <a:prstGeom prst="rect">
            <a:avLst/>
          </a:prstGeom>
        </p:spPr>
      </p:pic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0" y="20819845"/>
            <a:ext cx="9144000" cy="4522286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17200" y="19202400"/>
            <a:ext cx="10058400" cy="44054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477</Words>
  <Application>Microsoft Macintosh PowerPoint</Application>
  <PresentationFormat>自定义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ICML-style Poster Template</dc:title>
  <dc:subject>ICML-style poster template</dc:subject>
  <dc:creator>OpenAI</dc:creator>
  <cp:lastModifiedBy>Yi He</cp:lastModifiedBy>
  <cp:revision>4</cp:revision>
  <dcterms:created xsi:type="dcterms:W3CDTF">2026-04-02T02:46:53Z</dcterms:created>
  <dcterms:modified xsi:type="dcterms:W3CDTF">2026-04-02T04:02:24Z</dcterms:modified>
</cp:coreProperties>
</file>