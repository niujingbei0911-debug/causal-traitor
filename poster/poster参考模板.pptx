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4559875" cy="259207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A69"/>
    <a:srgbClr val="182A58"/>
    <a:srgbClr val="163B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97"/>
    <p:restoredTop sz="94610"/>
  </p:normalViewPr>
  <p:slideViewPr>
    <p:cSldViewPr snapToGrid="0" snapToObjects="1">
      <p:cViewPr>
        <p:scale>
          <a:sx n="38" d="100"/>
          <a:sy n="38" d="100"/>
        </p:scale>
        <p:origin x="7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0895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ICML official poster instructions list suggested main-conference poster sizes of 36 x 48, 36 x 60, and 36 x 72 inches; this template uses 36 x 48 inches as a practical default. https://icml.cc/Conferences/2025/PosterInstructions
- ICML 2026 downloads page states the ICML logo may be used on presentations, but this template intentionally avoids embedding official branding so the user can add it selectively. https://icml.cc/Downloads/2026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34560000" cy="2592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4560000" cy="828000"/>
          </a:xfrm>
          <a:prstGeom prst="rect">
            <a:avLst/>
          </a:prstGeom>
          <a:solidFill>
            <a:srgbClr val="163B6C"/>
          </a:solidFill>
          <a:ln w="12700">
            <a:solidFill>
              <a:srgbClr val="16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0" y="25452000"/>
            <a:ext cx="34560000" cy="468000"/>
          </a:xfrm>
          <a:prstGeom prst="rect">
            <a:avLst/>
          </a:prstGeom>
          <a:solidFill>
            <a:srgbClr val="163B6C"/>
          </a:solidFill>
          <a:ln w="12700">
            <a:solidFill>
              <a:srgbClr val="16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792000" y="828000"/>
            <a:ext cx="32976000" cy="28080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5240">
            <a:solidFill>
              <a:srgbClr val="D5DDE8"/>
            </a:solidFill>
            <a:prstDash val="solid"/>
          </a:ln>
          <a:effectLst>
            <a:outerShdw blurRad="12700" dist="50800" dir="2700000" algn="bl" rotWithShape="0">
              <a:srgbClr val="AAB4C8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1188000" y="1116000"/>
            <a:ext cx="25632000" cy="8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rgbClr val="163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Title Goes Here: A Clear, Specific, and Readable Headline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1238400" y="2016000"/>
            <a:ext cx="1764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One1  •  Author Two2  •  Author Three1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1238400" y="2487724"/>
            <a:ext cx="20520000" cy="31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Department / Lab Name, University A   |   2 Institute / Company Name, Organization B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38400" y="2838786"/>
            <a:ext cx="14400000" cy="24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contact: name@email.edu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92000" y="3996000"/>
            <a:ext cx="10656000" cy="7344000"/>
          </a:xfrm>
          <a:prstGeom prst="roundRect">
            <a:avLst>
              <a:gd name="adj" fmla="val 784"/>
            </a:avLst>
          </a:prstGeom>
          <a:solidFill>
            <a:srgbClr val="FFFFFF"/>
          </a:solidFill>
          <a:ln w="13970">
            <a:solidFill>
              <a:srgbClr val="D5DDE8"/>
            </a:solidFill>
            <a:prstDash val="solid"/>
          </a:ln>
          <a:effectLst>
            <a:outerShdw blurRad="12700" dist="50800" dir="2700000" algn="bl" rotWithShape="0">
              <a:srgbClr val="AAB4C8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972000" y="4197600"/>
            <a:ext cx="10296000" cy="561600"/>
          </a:xfrm>
          <a:prstGeom prst="roundRect">
            <a:avLst>
              <a:gd name="adj" fmla="val 6410"/>
            </a:avLst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1137600" y="4233600"/>
            <a:ext cx="99648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Motivation &amp; Abstract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1080000" y="4788000"/>
            <a:ext cx="10080000" cy="1836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area for the problem setting and one-paragraph abstract. Aim for 4-6 concise sentences: what problem you solve, why it matters, what is new, and what the main result is. Keep this section readable from a short distance.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1065600" y="6732000"/>
            <a:ext cx="10108800" cy="1440000"/>
          </a:xfrm>
          <a:prstGeom prst="roundRect">
            <a:avLst>
              <a:gd name="adj" fmla="val 2000"/>
            </a:avLst>
          </a:prstGeom>
          <a:solidFill>
            <a:srgbClr val="EAF2FF">
              <a:alpha val="82000"/>
            </a:srgbClr>
          </a:solidFill>
          <a:ln w="1143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1224000" y="6847200"/>
            <a:ext cx="9792000" cy="25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content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224000" y="7106400"/>
            <a:ext cx="9792000" cy="96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One-sentence hook or domain context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problem statement and challenge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summary of the proposed method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1065600" y="8366400"/>
            <a:ext cx="10108800" cy="2556000"/>
          </a:xfrm>
          <a:prstGeom prst="roundRect">
            <a:avLst>
              <a:gd name="adj" fmla="val 1127"/>
            </a:avLst>
          </a:prstGeom>
          <a:solidFill>
            <a:srgbClr val="EAF7EE">
              <a:alpha val="82000"/>
            </a:srgbClr>
          </a:solidFill>
          <a:ln w="1143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1224000" y="8481600"/>
            <a:ext cx="9792000" cy="25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contributions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1224000" y="8740800"/>
            <a:ext cx="9792000" cy="2080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1: main modeling or algorithmic idea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2: theoretical / empirical insight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3: practical or benchmark advantage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792000" y="11664000"/>
            <a:ext cx="10656000" cy="63360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3970">
            <a:solidFill>
              <a:srgbClr val="D5DDE8"/>
            </a:solidFill>
            <a:prstDash val="solid"/>
          </a:ln>
          <a:effectLst>
            <a:outerShdw blurRad="12700" dist="50800" dir="2700000" algn="bl" rotWithShape="0">
              <a:srgbClr val="AAB4C8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4"/>
          <p:cNvSpPr/>
          <p:nvPr/>
        </p:nvSpPr>
        <p:spPr>
          <a:xfrm>
            <a:off x="972000" y="11865600"/>
            <a:ext cx="10296000" cy="561600"/>
          </a:xfrm>
          <a:prstGeom prst="roundRect">
            <a:avLst>
              <a:gd name="adj" fmla="val 6410"/>
            </a:avLst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1137600" y="11901600"/>
            <a:ext cx="99648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Method Overview</a:t>
            </a:r>
            <a:endParaRPr lang="en-US" sz="3200" dirty="0"/>
          </a:p>
        </p:txBody>
      </p:sp>
      <p:sp>
        <p:nvSpPr>
          <p:cNvPr id="29" name="Text 26"/>
          <p:cNvSpPr/>
          <p:nvPr/>
        </p:nvSpPr>
        <p:spPr>
          <a:xfrm>
            <a:off x="1080000" y="12456000"/>
            <a:ext cx="10080000" cy="1044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this block for the main pipeline figure or a high-level system diagram. If your method has multiple stages, use arrows and short captions rather than dense paragraphs.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1065600" y="13824000"/>
            <a:ext cx="10108800" cy="3528000"/>
          </a:xfrm>
          <a:prstGeom prst="roundRect">
            <a:avLst>
              <a:gd name="adj" fmla="val 684"/>
            </a:avLst>
          </a:prstGeom>
          <a:solidFill>
            <a:srgbClr val="FFFFFF"/>
          </a:solidFill>
          <a:ln w="1524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1296000" y="14544000"/>
            <a:ext cx="9648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figure / pipeline / architecture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(Insert a single strong visual here)</a:t>
            </a:r>
            <a:endParaRPr lang="en-US" sz="2800" dirty="0"/>
          </a:p>
        </p:txBody>
      </p:sp>
      <p:sp>
        <p:nvSpPr>
          <p:cNvPr id="32" name="Shape 29"/>
          <p:cNvSpPr/>
          <p:nvPr/>
        </p:nvSpPr>
        <p:spPr>
          <a:xfrm>
            <a:off x="792000" y="18324000"/>
            <a:ext cx="10656000" cy="662400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13970">
            <a:solidFill>
              <a:srgbClr val="D5DDE8"/>
            </a:solidFill>
            <a:prstDash val="solid"/>
          </a:ln>
          <a:effectLst>
            <a:outerShdw blurRad="12700" dist="50800" dir="2700000" algn="bl" rotWithShape="0">
              <a:srgbClr val="AAB4C8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0"/>
          <p:cNvSpPr/>
          <p:nvPr/>
        </p:nvSpPr>
        <p:spPr>
          <a:xfrm>
            <a:off x="972000" y="18525600"/>
            <a:ext cx="10296000" cy="561600"/>
          </a:xfrm>
          <a:prstGeom prst="roundRect">
            <a:avLst>
              <a:gd name="adj" fmla="val 6410"/>
            </a:avLst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1137600" y="18561600"/>
            <a:ext cx="99648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Setup / Data / Tasks</a:t>
            </a:r>
            <a:endParaRPr lang="en-US" sz="3200" dirty="0"/>
          </a:p>
        </p:txBody>
      </p:sp>
      <p:sp>
        <p:nvSpPr>
          <p:cNvPr id="35" name="Shape 32"/>
          <p:cNvSpPr/>
          <p:nvPr/>
        </p:nvSpPr>
        <p:spPr>
          <a:xfrm>
            <a:off x="1065600" y="19240632"/>
            <a:ext cx="10108800" cy="5148000"/>
          </a:xfrm>
          <a:prstGeom prst="roundRect">
            <a:avLst>
              <a:gd name="adj" fmla="val 559"/>
            </a:avLst>
          </a:prstGeom>
          <a:solidFill>
            <a:srgbClr val="FFF8E6">
              <a:alpha val="82000"/>
            </a:srgbClr>
          </a:solidFill>
          <a:ln w="1143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3"/>
          <p:cNvSpPr/>
          <p:nvPr/>
        </p:nvSpPr>
        <p:spPr>
          <a:xfrm>
            <a:off x="1224000" y="19355832"/>
            <a:ext cx="9792000" cy="25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concise setup details</a:t>
            </a:r>
            <a:endParaRPr lang="en-US" sz="2800" dirty="0"/>
          </a:p>
        </p:txBody>
      </p:sp>
      <p:sp>
        <p:nvSpPr>
          <p:cNvPr id="37" name="Text 34"/>
          <p:cNvSpPr/>
          <p:nvPr/>
        </p:nvSpPr>
        <p:spPr>
          <a:xfrm>
            <a:off x="1224000" y="19615032"/>
            <a:ext cx="9792000" cy="4672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Dataset(s): size, source, and split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Task(s): objective and evaluation protocol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 / ablations / implementation notes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details only if critical to interpret results</a:t>
            </a:r>
            <a:endParaRPr lang="en-US" sz="2400" dirty="0"/>
          </a:p>
        </p:txBody>
      </p:sp>
      <p:sp>
        <p:nvSpPr>
          <p:cNvPr id="38" name="Shape 35"/>
          <p:cNvSpPr/>
          <p:nvPr/>
        </p:nvSpPr>
        <p:spPr>
          <a:xfrm>
            <a:off x="11952000" y="3996000"/>
            <a:ext cx="10656000" cy="21405600"/>
          </a:xfrm>
          <a:prstGeom prst="roundRect">
            <a:avLst>
              <a:gd name="adj" fmla="val 571"/>
            </a:avLst>
          </a:prstGeom>
          <a:solidFill>
            <a:srgbClr val="FFFFFF"/>
          </a:solidFill>
          <a:ln w="13970">
            <a:solidFill>
              <a:srgbClr val="D5DDE8"/>
            </a:solidFill>
            <a:prstDash val="solid"/>
          </a:ln>
          <a:effectLst>
            <a:outerShdw blurRad="12700" dist="50800" dir="2700000" algn="bl" rotWithShape="0">
              <a:srgbClr val="AAB4C8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6"/>
          <p:cNvSpPr/>
          <p:nvPr/>
        </p:nvSpPr>
        <p:spPr>
          <a:xfrm>
            <a:off x="12132000" y="4197600"/>
            <a:ext cx="10296000" cy="561600"/>
          </a:xfrm>
          <a:prstGeom prst="roundRect">
            <a:avLst>
              <a:gd name="adj" fmla="val 6410"/>
            </a:avLst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7"/>
          <p:cNvSpPr/>
          <p:nvPr/>
        </p:nvSpPr>
        <p:spPr>
          <a:xfrm>
            <a:off x="12297600" y="4233600"/>
            <a:ext cx="99648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Main Technical Details</a:t>
            </a:r>
            <a:endParaRPr lang="en-US" sz="3200" dirty="0"/>
          </a:p>
        </p:txBody>
      </p:sp>
      <p:sp>
        <p:nvSpPr>
          <p:cNvPr id="41" name="Text 38"/>
          <p:cNvSpPr/>
          <p:nvPr/>
        </p:nvSpPr>
        <p:spPr>
          <a:xfrm>
            <a:off x="12240000" y="4788000"/>
            <a:ext cx="10080000" cy="1008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block for the mechanism that must be understood for the paper to make sense. A good pattern is: intuition, compact equation, and one visual explanation.</a:t>
            </a:r>
            <a:endParaRPr lang="en-US" sz="2400" dirty="0"/>
          </a:p>
        </p:txBody>
      </p:sp>
      <p:sp>
        <p:nvSpPr>
          <p:cNvPr id="42" name="Shape 39"/>
          <p:cNvSpPr/>
          <p:nvPr/>
        </p:nvSpPr>
        <p:spPr>
          <a:xfrm>
            <a:off x="12225600" y="5965200"/>
            <a:ext cx="10108800" cy="1548000"/>
          </a:xfrm>
          <a:prstGeom prst="roundRect">
            <a:avLst>
              <a:gd name="adj" fmla="val 1860"/>
            </a:avLst>
          </a:prstGeom>
          <a:solidFill>
            <a:srgbClr val="EAF2FF">
              <a:alpha val="92000"/>
            </a:srgbClr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0"/>
          <p:cNvSpPr/>
          <p:nvPr/>
        </p:nvSpPr>
        <p:spPr>
          <a:xfrm>
            <a:off x="12455937" y="6394994"/>
            <a:ext cx="9648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2F6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one key equation here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i="1" dirty="0">
                <a:solidFill>
                  <a:srgbClr val="2F6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(optional: notation legend on the right)</a:t>
            </a:r>
            <a:endParaRPr lang="en-US" sz="2600" dirty="0"/>
          </a:p>
        </p:txBody>
      </p:sp>
      <p:sp>
        <p:nvSpPr>
          <p:cNvPr id="44" name="Shape 41"/>
          <p:cNvSpPr/>
          <p:nvPr/>
        </p:nvSpPr>
        <p:spPr>
          <a:xfrm>
            <a:off x="12225600" y="7670323"/>
            <a:ext cx="10108800" cy="2988000"/>
          </a:xfrm>
          <a:prstGeom prst="roundRect">
            <a:avLst>
              <a:gd name="adj" fmla="val 964"/>
            </a:avLst>
          </a:prstGeom>
          <a:solidFill>
            <a:srgbClr val="EAF7EE">
              <a:alpha val="82000"/>
            </a:srgbClr>
          </a:solidFill>
          <a:ln w="1143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2"/>
          <p:cNvSpPr/>
          <p:nvPr/>
        </p:nvSpPr>
        <p:spPr>
          <a:xfrm>
            <a:off x="12384000" y="7786685"/>
            <a:ext cx="9792000" cy="25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2800" dirty="0"/>
          </a:p>
        </p:txBody>
      </p:sp>
      <p:sp>
        <p:nvSpPr>
          <p:cNvPr id="46" name="Text 43"/>
          <p:cNvSpPr/>
          <p:nvPr/>
        </p:nvSpPr>
        <p:spPr>
          <a:xfrm>
            <a:off x="12384000" y="8048788"/>
            <a:ext cx="9792000" cy="2512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equation or module is doing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needed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design choice differentiates your method</a:t>
            </a:r>
            <a:endParaRPr lang="en-US" sz="2400" dirty="0"/>
          </a:p>
        </p:txBody>
      </p:sp>
      <p:sp>
        <p:nvSpPr>
          <p:cNvPr id="47" name="Shape 44"/>
          <p:cNvSpPr/>
          <p:nvPr/>
        </p:nvSpPr>
        <p:spPr>
          <a:xfrm>
            <a:off x="12225600" y="10764000"/>
            <a:ext cx="10108800" cy="143496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143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5"/>
          <p:cNvSpPr/>
          <p:nvPr/>
        </p:nvSpPr>
        <p:spPr>
          <a:xfrm>
            <a:off x="12528000" y="11592000"/>
            <a:ext cx="9504000" cy="1384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dirty="0"/>
              <a:t>Additional diagram / module detail / theory box / technical ablation</a:t>
            </a:r>
          </a:p>
        </p:txBody>
      </p:sp>
      <p:sp>
        <p:nvSpPr>
          <p:cNvPr id="64" name="Shape 61"/>
          <p:cNvSpPr/>
          <p:nvPr/>
        </p:nvSpPr>
        <p:spPr>
          <a:xfrm>
            <a:off x="23112000" y="3996000"/>
            <a:ext cx="10656000" cy="21405600"/>
          </a:xfrm>
          <a:prstGeom prst="roundRect">
            <a:avLst>
              <a:gd name="adj" fmla="val 637"/>
            </a:avLst>
          </a:prstGeom>
          <a:solidFill>
            <a:srgbClr val="FFFFFF"/>
          </a:solidFill>
          <a:ln w="13970">
            <a:solidFill>
              <a:srgbClr val="D5DDE8"/>
            </a:solidFill>
            <a:prstDash val="solid"/>
          </a:ln>
          <a:effectLst>
            <a:outerShdw blurRad="12700" dist="50800" dir="2700000" algn="bl" rotWithShape="0">
              <a:srgbClr val="AAB4C8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2"/>
          <p:cNvSpPr/>
          <p:nvPr/>
        </p:nvSpPr>
        <p:spPr>
          <a:xfrm>
            <a:off x="23292000" y="4197600"/>
            <a:ext cx="10296000" cy="561600"/>
          </a:xfrm>
          <a:prstGeom prst="roundRect">
            <a:avLst>
              <a:gd name="adj" fmla="val 6410"/>
            </a:avLst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3"/>
          <p:cNvSpPr/>
          <p:nvPr/>
        </p:nvSpPr>
        <p:spPr>
          <a:xfrm>
            <a:off x="23457600" y="4233600"/>
            <a:ext cx="99648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3200" b="1" dirty="0">
                <a:solidFill>
                  <a:srgbClr val="163B6C"/>
                </a:solidFill>
                <a:latin typeface="Arial" pitchFamily="34" charset="0"/>
                <a:cs typeface="Arial" pitchFamily="34" charset="-120"/>
              </a:rPr>
              <a:t>5. Main Results / Examples</a:t>
            </a:r>
          </a:p>
        </p:txBody>
      </p:sp>
      <p:sp>
        <p:nvSpPr>
          <p:cNvPr id="67" name="Text 64"/>
          <p:cNvSpPr/>
          <p:nvPr/>
        </p:nvSpPr>
        <p:spPr>
          <a:xfrm>
            <a:off x="23400000" y="4788000"/>
            <a:ext cx="10080000" cy="1008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sz="2400" dirty="0"/>
              <a:t>Use this section for the strongest quantitative evidence, plus a small number of compelling qualitative examples.</a:t>
            </a:r>
          </a:p>
        </p:txBody>
      </p:sp>
      <p:sp>
        <p:nvSpPr>
          <p:cNvPr id="68" name="Shape 65"/>
          <p:cNvSpPr/>
          <p:nvPr/>
        </p:nvSpPr>
        <p:spPr>
          <a:xfrm>
            <a:off x="23385600" y="5796000"/>
            <a:ext cx="10108800" cy="291600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524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6"/>
          <p:cNvSpPr/>
          <p:nvPr/>
        </p:nvSpPr>
        <p:spPr>
          <a:xfrm>
            <a:off x="23616000" y="6804000"/>
            <a:ext cx="9648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table or bar chart</a:t>
            </a:r>
            <a:endParaRPr lang="en-US" sz="2800" dirty="0"/>
          </a:p>
        </p:txBody>
      </p:sp>
      <p:sp>
        <p:nvSpPr>
          <p:cNvPr id="70" name="Shape 67"/>
          <p:cNvSpPr/>
          <p:nvPr/>
        </p:nvSpPr>
        <p:spPr>
          <a:xfrm>
            <a:off x="23385600" y="8964000"/>
            <a:ext cx="10108800" cy="3276000"/>
          </a:xfrm>
          <a:prstGeom prst="roundRect">
            <a:avLst>
              <a:gd name="adj" fmla="val 879"/>
            </a:avLst>
          </a:prstGeom>
          <a:solidFill>
            <a:srgbClr val="FFF8E6">
              <a:alpha val="82000"/>
            </a:srgbClr>
          </a:solidFill>
          <a:ln w="1143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8"/>
          <p:cNvSpPr/>
          <p:nvPr/>
        </p:nvSpPr>
        <p:spPr>
          <a:xfrm>
            <a:off x="23544000" y="9079200"/>
            <a:ext cx="9792000" cy="25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caption</a:t>
            </a:r>
            <a:endParaRPr lang="en-US" sz="2800" dirty="0"/>
          </a:p>
        </p:txBody>
      </p:sp>
      <p:sp>
        <p:nvSpPr>
          <p:cNvPr id="72" name="Text 69"/>
          <p:cNvSpPr/>
          <p:nvPr/>
        </p:nvSpPr>
        <p:spPr>
          <a:xfrm>
            <a:off x="23544000" y="9338400"/>
            <a:ext cx="9792000" cy="2800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comparison target clearly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out the best number or trend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result in one or two sentences</a:t>
            </a:r>
            <a:endParaRPr lang="en-US" sz="2400" dirty="0"/>
          </a:p>
        </p:txBody>
      </p:sp>
      <p:sp>
        <p:nvSpPr>
          <p:cNvPr id="73" name="Shape 70"/>
          <p:cNvSpPr/>
          <p:nvPr/>
        </p:nvSpPr>
        <p:spPr>
          <a:xfrm>
            <a:off x="23112000" y="13320000"/>
            <a:ext cx="10656000" cy="12009600"/>
          </a:xfrm>
          <a:prstGeom prst="roundRect">
            <a:avLst>
              <a:gd name="adj" fmla="val 914"/>
            </a:avLst>
          </a:prstGeom>
          <a:solidFill>
            <a:srgbClr val="FFFFFF"/>
          </a:solidFill>
          <a:ln w="13970">
            <a:solidFill>
              <a:srgbClr val="D5DDE8"/>
            </a:solidFill>
            <a:prstDash val="solid"/>
          </a:ln>
          <a:effectLst>
            <a:outerShdw blurRad="12700" dist="50800" dir="2700000" algn="bl" rotWithShape="0">
              <a:srgbClr val="AAB4C8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71"/>
          <p:cNvSpPr/>
          <p:nvPr/>
        </p:nvSpPr>
        <p:spPr>
          <a:xfrm>
            <a:off x="23292000" y="13521600"/>
            <a:ext cx="10296000" cy="561600"/>
          </a:xfrm>
          <a:prstGeom prst="roundRect">
            <a:avLst>
              <a:gd name="adj" fmla="val 6410"/>
            </a:avLst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2"/>
          <p:cNvSpPr/>
          <p:nvPr/>
        </p:nvSpPr>
        <p:spPr>
          <a:xfrm>
            <a:off x="23457600" y="13557600"/>
            <a:ext cx="99648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" altLang="zh-CN" sz="3200" b="1" dirty="0">
                <a:solidFill>
                  <a:srgbClr val="163B6C"/>
                </a:solidFill>
                <a:latin typeface="Arial" pitchFamily="34" charset="0"/>
                <a:cs typeface="Arial" pitchFamily="34" charset="-120"/>
              </a:rPr>
              <a:t>Examples</a:t>
            </a:r>
            <a:endParaRPr sz="3200" dirty="0"/>
          </a:p>
        </p:txBody>
      </p:sp>
      <p:sp>
        <p:nvSpPr>
          <p:cNvPr id="76" name="Shape 73"/>
          <p:cNvSpPr/>
          <p:nvPr/>
        </p:nvSpPr>
        <p:spPr>
          <a:xfrm>
            <a:off x="23400000" y="14371200"/>
            <a:ext cx="4968000" cy="7956000"/>
          </a:xfrm>
          <a:prstGeom prst="roundRect">
            <a:avLst>
              <a:gd name="adj" fmla="val 611"/>
            </a:avLst>
          </a:prstGeom>
          <a:solidFill>
            <a:srgbClr val="EAF2FF">
              <a:alpha val="82000"/>
            </a:srgbClr>
          </a:solidFill>
          <a:ln w="1143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Text 74"/>
          <p:cNvSpPr/>
          <p:nvPr/>
        </p:nvSpPr>
        <p:spPr>
          <a:xfrm>
            <a:off x="23544000" y="14495891"/>
            <a:ext cx="4651200" cy="25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A</a:t>
            </a:r>
            <a:endParaRPr lang="en-US" sz="2400" dirty="0"/>
          </a:p>
        </p:txBody>
      </p:sp>
      <p:sp>
        <p:nvSpPr>
          <p:cNvPr id="78" name="Text 75"/>
          <p:cNvSpPr/>
          <p:nvPr/>
        </p:nvSpPr>
        <p:spPr>
          <a:xfrm>
            <a:off x="23544000" y="14500800"/>
            <a:ext cx="4651200" cy="7480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/ case / sample output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One-sentence observation</a:t>
            </a:r>
            <a:endParaRPr lang="en-US" sz="2400" dirty="0"/>
          </a:p>
        </p:txBody>
      </p:sp>
      <p:sp>
        <p:nvSpPr>
          <p:cNvPr id="79" name="Shape 76"/>
          <p:cNvSpPr/>
          <p:nvPr/>
        </p:nvSpPr>
        <p:spPr>
          <a:xfrm>
            <a:off x="28526400" y="14371200"/>
            <a:ext cx="4968000" cy="7956000"/>
          </a:xfrm>
          <a:prstGeom prst="roundRect">
            <a:avLst>
              <a:gd name="adj" fmla="val 611"/>
            </a:avLst>
          </a:prstGeom>
          <a:solidFill>
            <a:srgbClr val="EAF7EE">
              <a:alpha val="82000"/>
            </a:srgbClr>
          </a:solidFill>
          <a:ln w="1143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Text 77"/>
          <p:cNvSpPr/>
          <p:nvPr/>
        </p:nvSpPr>
        <p:spPr>
          <a:xfrm>
            <a:off x="28684800" y="14492618"/>
            <a:ext cx="4651200" cy="25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B</a:t>
            </a:r>
            <a:endParaRPr lang="en-US" sz="2400" dirty="0"/>
          </a:p>
        </p:txBody>
      </p:sp>
      <p:sp>
        <p:nvSpPr>
          <p:cNvPr id="81" name="Text 78"/>
          <p:cNvSpPr/>
          <p:nvPr/>
        </p:nvSpPr>
        <p:spPr>
          <a:xfrm>
            <a:off x="28684800" y="14500800"/>
            <a:ext cx="4651200" cy="7480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example or failure case</a:t>
            </a:r>
            <a:endParaRPr lang="en-US" sz="2400" dirty="0"/>
          </a:p>
          <a:p>
            <a:pPr marL="152400" indent="-152400">
              <a:buSzPct val="100000"/>
              <a:buChar char="•"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explanation</a:t>
            </a:r>
            <a:endParaRPr lang="en-US" sz="2400" dirty="0"/>
          </a:p>
        </p:txBody>
      </p:sp>
      <p:pic>
        <p:nvPicPr>
          <p:cNvPr id="52" name="图片 51" descr="图片包含 文本&#10;&#10;AI 生成的内容可能不正确。">
            <a:extLst>
              <a:ext uri="{FF2B5EF4-FFF2-40B4-BE49-F238E27FC236}">
                <a16:creationId xmlns:a16="http://schemas.microsoft.com/office/drawing/2014/main" id="{A7764834-5861-4AED-68D8-E9BD7FB16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6000" y="1227281"/>
            <a:ext cx="5652000" cy="15330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477</Words>
  <Application>Microsoft Macintosh PowerPoint</Application>
  <PresentationFormat>自定义</PresentationFormat>
  <Paragraphs>49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ICML-style Poster Template</dc:title>
  <dc:subject>ICML-style poster template</dc:subject>
  <dc:creator>OpenAI</dc:creator>
  <cp:lastModifiedBy>Yi He</cp:lastModifiedBy>
  <cp:revision>4</cp:revision>
  <dcterms:created xsi:type="dcterms:W3CDTF">2026-04-02T02:46:53Z</dcterms:created>
  <dcterms:modified xsi:type="dcterms:W3CDTF">2026-04-02T04:02:24Z</dcterms:modified>
</cp:coreProperties>
</file>